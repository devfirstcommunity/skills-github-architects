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277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006600"/>
                </a:solidFill>
              </a:defRPr>
            </a:pPr>
            <a:r>
              <a:rPr lang="da-DK"/>
              <a:t>AI-driven </a:t>
            </a:r>
            <a:r>
              <a:rPr lang="da-DK" dirty="0"/>
              <a:t>End-to-End BDD Automation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From Natural Language Requirements to Executable Test Automation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Tech Stack: Spring Boot, Java 21, Cypress (TypeScript), Jenkins,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Manual translation of requirements to feature files is time-consuming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Misalignment between analysts, developers, and testers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Step definitions written manually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Lack of traceability between JIRA and automation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Fragmented CI/CD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BDDForgeAI automatically converts Natural Language Requirements (from JIRA) into: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Gherkin Feature Files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Automated Test Cases (Cypress + TypeScript)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UI Wireframes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Jenkins CI/CD Pipelines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Powered by LLMs + Custom AI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Core Components: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JIRA Connector – fetches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AI Translation Engine – converts user stories to Gherkin, wireframes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Test Generator Module – Cypress + TS code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CI/CD Module – Jenkins integration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5. Artifact Repository – Git storage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6. Web Dashboard – visualization and 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rPr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Flow: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JIRA → BDDForgeAI → LLM Translation → Feature + Test + Wireframe Generation → Git Repo → Jenkins CI/CD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Inputs: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JIRA Ticket 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Historical Tests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Outputs: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Feature Files (.feature)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Step Definitions (.ts)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Wireframes (.png/.json)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Jenkinsfile (.yml)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D077-2502-EC6E-2920-124106C0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5475D-62A9-9DFF-A4D0-C6490726F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315" y="1417638"/>
            <a:ext cx="3345270" cy="5017906"/>
          </a:xfrm>
        </p:spPr>
      </p:pic>
    </p:spTree>
    <p:extLst>
      <p:ext uri="{BB962C8B-B14F-4D97-AF65-F5344CB8AC3E}">
        <p14:creationId xmlns:p14="http://schemas.microsoft.com/office/powerpoint/2010/main" val="76087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Value Proposition (AI Contribution)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Natural Language Understanding for business stories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Automated BDD generation reduces manual effort by 80–90%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Ensures consistency and alignment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Continuous learning through feedback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Faster CI/CD integration and release cycles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Business Analyst – Auto-generates Gherkin files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QA Engineer – Ready-made test steps and Cypress code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Developer – AI-generated glue code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Product Manager – End-to-end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DevOps Engineer – Automated Jenkins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Data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Required Data: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JIRA Metadata: Summary, Description, Acceptance Criteria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Test Repositories: existing Gherkin/test files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UI Templates: for wireframes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CI/CD Configs: Jenkins templates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Handling: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Secure Git + DB storage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- Anonymized data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AI Act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Transparency: Traceable, editable AI outputs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Human Oversight: Approval before execution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Data Privacy: Secure internal environment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Explainability: Rule-based validation layers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Risk Category: Low-risk developer assistive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1: MVP with JIRA, Gherkin, Cypress generation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2: Add wireframes, Jenkins integration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3: AI feedback loop for self-learning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Phase 4: Multi-framework support (Playwright, Selenium)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BDDForgeAI transforms plain JIRA stories into executable test automation pipelines – powered by AI.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✔ Unified BDD automation lifecycle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✔ Reduced manual effort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✔ Faster release cycles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✔ Compliant and scalable AI-driven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476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AI-driven End-to-End BDD Automation Platform</vt:lpstr>
      <vt:lpstr>Problem Statement</vt:lpstr>
      <vt:lpstr>Solution Overview</vt:lpstr>
      <vt:lpstr>High-Level Architecture</vt:lpstr>
      <vt:lpstr>Data Flow Diagram</vt:lpstr>
      <vt:lpstr>Data Flow Diagram</vt:lpstr>
      <vt:lpstr>Value Proposition (AI Contribution)</vt:lpstr>
      <vt:lpstr>Target Users</vt:lpstr>
      <vt:lpstr>Data Requirements</vt:lpstr>
      <vt:lpstr>AI Act Compliance</vt:lpstr>
      <vt:lpstr>Future Roadmap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Samir S</cp:lastModifiedBy>
  <cp:revision>3</cp:revision>
  <dcterms:created xsi:type="dcterms:W3CDTF">2013-01-27T09:14:16Z</dcterms:created>
  <dcterms:modified xsi:type="dcterms:W3CDTF">2025-11-03T08:26:05Z</dcterms:modified>
  <cp:category/>
</cp:coreProperties>
</file>