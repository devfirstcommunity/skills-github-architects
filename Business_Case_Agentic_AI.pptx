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Case for Agentic AI in Software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Enhancing Developer Productivity, Software Quality, and Release Velocity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Value Propositions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⏳ 30–40% reduction in repetitive developer tasks (reviews, test writing, bug triage).</a:t>
            </a:r>
          </a:p>
          <a:p>
            <a:pPr/>
            <a:r>
              <a:t>🛡️ Higher software quality → fewer production bugs, improved test coverage.</a:t>
            </a:r>
          </a:p>
          <a:p>
            <a:pPr/>
            <a:r>
              <a:t>📈 Faster release velocity → 20–30% reduction in cycle time.</a:t>
            </a:r>
          </a:p>
          <a:p>
            <a:pPr/>
            <a:r>
              <a:t>💡 Developer Experience Boost → less time on grunt work, more focus on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Metrics (per 100 developers)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Current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With Agentic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/>
                        <a:t>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Code Review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hrs/dev/mo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10–12 hrs/dev/mo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⏳ Save ~1,000 hrs/mo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Test Creation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80–90%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🛡️ +40% higher coverage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Bug Resolution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3–5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1–2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⚡ 50% faster resolution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Knowledge Search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 hrs/dev/day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 hrs/dev/day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⏳ Save ~2,000 hrs/mo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Release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(20–30%)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to &lt;10%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📈 Faster time-to-market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Phased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t>📌 Phase 1 (0–3M): Quick Wins → Code Review, Test Engineer, Knowledge Navigator</a:t>
            </a:r>
          </a:p>
          <a:p>
            <a:pPr/>
            <a:r>
              <a:t>📌 Phase 2 (3–6M): Medium-Term → DevOps Companion, Bug Triage</a:t>
            </a:r>
          </a:p>
          <a:p>
            <a:pPr/>
            <a:r>
              <a:t>📌 Phase 3 (6–12M): Strategic → Requirement-to-Code, Performance Agent, Release Copilot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💰 $1.5M+ annual productivity savings (per 100 developers).</a:t>
            </a:r>
          </a:p>
          <a:p>
            <a:pPr/>
            <a:r>
              <a:t>🛡️ Reduced risk of production outages → protects brand &amp; revenue.</a:t>
            </a:r>
          </a:p>
          <a:p>
            <a:pPr/>
            <a:r>
              <a:t>🌟 Attracts/retains top talent → modern AI-enabled developer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